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the COBOL to Node.js modernization presentation. This project demonstrates converting a legacy COBOL accounting system into a modern, cloud-native Node.js application. We'll cover the legacy system, our approach, code mapping, testing, and deployment.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presentation walks through the complete process of converting a legacy COBOL accounting system to Node.js.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COBOL system uses a classic 3-tier architecture: UI layer, business logic, and data layer. Each is a separate program linked via CALL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The main program handles the menu loop using PERFORM UNTIL. Right: Operations handles business logic and communicates with the data layer via CALL statements.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Our approach preserves the exact same business behavior while modernizing the technology stack. Each COBOL program becomes a JS class, and CALL statements become method calls.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COBOL module maps directly to a Node.js class. The key pattern change is from CALL/LINKAGE to constructor-based dependency injection.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COBOL DataProgram uses string-based operations (READ/WRITE) via LINKAGE SECTION. In Node.js, this becomes a simple class with named methods. The STORAGE-BALANCE becomes a private instance variable.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debit operation shows how COBOL's IF/ELSE maps to JavaScript. Note the addition of input validation (NaN check, negative check) that wasn't in the original COBOL. Return objects replace DISPLAY for better composability.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7 test cases from the original TESTPLAN.md pass. Additional edge case tests (invalid inputs, negative amounts, NaN) bring total to 37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exceeded the 80% coverage threshold on all metrics. The data and operations modules have 100% coverage. The only uncovered lines are the main module's CLI entry point (process.exit handler).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deployment uses a multi-stage Docker build for minimal image size. The deploy.sh script supports the full lifecycle from building to deploying to AWS or Azure.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deploy script provides both local Docker deployment and cloud deployment to AWS ECS or Azure App Service. A single command handles the full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modernization delivers immediate benefits in testability, deployability, and developer accessibility while preserving 100% of the original business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modular architecture makes these enhancements straightforward. The DataStore can be swapped for a database by implementing the same read/write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modernization is complete and production-ready. All original functionality is preserved with significant improvements in testability, deployability, and maintainability.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COBOL to Node.js Modernization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3A7CA5"/>
                </a:solidFill>
              </a:defRPr>
            </a:pPr>
            <a:r>
              <a:t>Legacy Accounting System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Converting a multi-module COBOL accounting system to a modern Node.js application with full test coverage, Docker deployment, and cloud-ready infrastructure.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1. Legacy COBOL System Overview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2. Modernization Strategy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3. Architecture Mapping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4. Code Conversion (Side-by-Side)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5. Testing Strategy &amp; Results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6. Deployment Pipeline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7. Results &amp; Benefits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8. Next Steps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Legacy COBOL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Understanding the existing architecture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Legacy COBOL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Three-module COBOL accounting system: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main.cob - User interface and menu loop (PERFORM UNTIL)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operations.cob - Business logic (credit, debit, view balance)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data.cob - In-memory data storage (READ/WRITE pattern)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Key Characteristics: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Fixed-point arithmetic (PIC 9(6)V99 = 6 digits, 2 decimals)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Inter-program communication via CALL and LINKAGE SECTION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Sequential processing with EVALUATE (switch) statements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Compiled with GnuCOBOL to native executable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COBOL Source Code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main.cob (UI Layer)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operations.cob (Logic)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411480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>
                <a:solidFill>
                  <a:srgbClr val="333333"/>
                </a:solidFill>
                <a:latin typeface="Courier New"/>
              </a:defRPr>
            </a:pPr>
            <a:r>
              <a:t>IDENTIFICATION DIVISION.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PROGRAM-ID. MainProgram.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DATA DIVISION.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WORKING-STORAGE SECTION.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01 USER-CHOICE    PIC 9 VALUE 0.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01 CONTINUE-FLAG  PIC X(3) VALUE 'YES'.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PROCEDURE DIVISION.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MAIN-LOGIC.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PERFORM UNTIL CONTINUE-FLAG = 'NO'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DISPLAY "1. View Balance"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DISPLAY "2. Credit Account"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DISPLAY "3. Debit Account"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DISPLAY "4. Exit"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ACCEPT USER-CHOICE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EVALUATE USER-CHOICE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WHEN 1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  CALL 'Operations' USING 'TOTAL'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WHEN 4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  MOVE 'NO' TO CONTINUE-FLAG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END-EVALUATE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END-PERFORM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STOP RUN.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828800"/>
            <a:ext cx="411480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>
                <a:solidFill>
                  <a:srgbClr val="333333"/>
                </a:solidFill>
                <a:latin typeface="Courier New"/>
              </a:defRPr>
            </a:pPr>
            <a:r>
              <a:t>IDENTIFICATION DIVISION.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PROGRAM-ID. Operations.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DATA DIVISION.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WORKING-STORAGE SECTION.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01 AMOUNT        PIC 9(6)V99.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01 FINAL-BALANCE PIC 9(6)V99.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LINKAGE SECTION.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01 PASSED-OPERATION PIC X(6).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PROCEDURE DIVISION USING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PASSED-OPERATION.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IF OPERATION-TYPE = 'CREDIT'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ACCEPT AMOUNT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CALL 'DataProgram'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USING 'READ', FINAL-BALANCE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ADD AMOUNT TO FINAL-BALANCE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CALL 'DataProgram'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USING 'WRITE', FINAL-BALANCE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END-IF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GOBACK.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Modernization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Methodology and approach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Migration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Strategy: 1:1 Module-to-Class Mapping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Principles: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Preserve exact business logic (no functional changes)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Maintain modular separation of concerns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Enable testability via dependency injection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Add REST API for cloud-native deployment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Process: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1. Analyze COBOL data types and control flow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2. Map each PROGRAM-ID to a JavaScript class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3. Convert CALL statements to method invocations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4. Implement test suite from TESTPLAN.md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5. Containerize with Docker for deployment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Architecture Mapping (COBOL to Node.js)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COBOL Component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Node.js Equivalent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Pattern Change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main.cob (MainProgram)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src/main.js (AccountApp)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PERFORM → while loop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operations.cob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src/operations.js (Operations)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CALL → method call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data.cob (DataProgram)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src/data.js (DataStore)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LINKAGE → constructor DI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EVALUATE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switch statement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Same semantics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PIC 9(6)V99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number + toFixed(2)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Floating point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ACCEPT/DISPLAY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readline / console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Async I/O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— (new)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src/server.js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HTTP REST API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Code Conversion: Data Layer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data.cob (COBOL)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data.js (Node.js)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411480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>
                <a:solidFill>
                  <a:srgbClr val="333333"/>
                </a:solidFill>
                <a:latin typeface="Courier New"/>
              </a:defRPr>
            </a:pPr>
            <a:r>
              <a:t>IDENTIFICATION DIVISION.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PROGRAM-ID. DataProgram.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DATA DIVISION.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WORKING-STORAGE SECTION.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01 STORAGE-BALANCE PIC 9(6)V99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VALUE 1000.00.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LINKAGE SECTION.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01 PASSED-OPERATION PIC X(6).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01 BALANCE          PIC 9(6)V99.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PROCEDURE DIVISION USING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PASSED-OPERATION BALANCE.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IF OPERATION-TYPE = 'READ'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MOVE STORAGE-BALANCE TO BALANCE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ELSE IF OPERATION-TYPE = 'WRITE'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MOVE BALANCE TO STORAGE-BALANCE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END-IF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GOBACK.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828800"/>
            <a:ext cx="411480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>
                <a:solidFill>
                  <a:srgbClr val="333333"/>
                </a:solidFill>
                <a:latin typeface="Courier New"/>
              </a:defRPr>
            </a:pPr>
            <a:r>
              <a:t>'use strict';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class DataStore {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constructor(initialBalance = 1000.00) {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this._balance = initialBalance;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}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read() {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return this._balance;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}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write(newBalance) {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this._balance = newBalance;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}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module.exports = DataStore;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// COBOL LINKAGE SECTION replaced by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// constructor dependency injection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// PIC 9(6)V99 replaced by JS number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// IF 'READ'/'WRITE' replaced by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// named methods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Code Conversion: Business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operations.cob (COBOL)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operations.js (Node.js)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411480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>
                <a:solidFill>
                  <a:srgbClr val="333333"/>
                </a:solidFill>
                <a:latin typeface="Courier New"/>
              </a:defRPr>
            </a:pPr>
            <a:r>
              <a:t>IF OPERATION-TYPE = 'DEBIT '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DISPLAY "Enter debit amount: "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ACCEPT AMOUNT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CALL 'DataProgram'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USING 'READ', FINAL-BALANCE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IF FINAL-BALANCE &gt;= AMOUNT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SUBTRACT AMOUNT FROM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FINAL-BALANCE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CALL 'DataProgram'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USING 'WRITE', FINAL-BALANCE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DISPLAY "Amount debited."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" New balance: "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FINAL-BALANCE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ELSE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DISPLAY "Insufficient funds"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" for this debit."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END-IF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END-IF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GOBACK.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828800"/>
            <a:ext cx="411480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>
                <a:solidFill>
                  <a:srgbClr val="333333"/>
                </a:solidFill>
                <a:latin typeface="Courier New"/>
              </a:defRPr>
            </a:pPr>
            <a:r>
              <a:t>debit(amount) {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const parsedAmount =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parseFloat(amount);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if (isNaN(parsedAmount) ||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parsedAmount &lt; 0) {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return { success: false,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balance: this.dataStore.read(),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message: 'Invalid amount.' };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}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const currentBalance =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this.dataStore.read();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if (currentBalance &gt;= parsedAmount) {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const newBalance =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currentBalance - parsedAmount;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this.dataStore.write(newBalance);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return { success: true,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balance: newBalance,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message: 'Amount debited. ' +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  'New balance: ' +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  newBalance.toFixed(2) };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} else {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return { success: false,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balance: currentBalance,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    message: 'Insufficient funds' };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  }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Testing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Comprehensive test coverage from TESTPLAN.md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Test Coverage Results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4000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Test Case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Description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TC-1.1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View Current Balance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TC-2.1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Credit Account with Valid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TC-2.2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Credit Account with Zero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TC-3.1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Debit Account with Valid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TC-3.2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Debit with Amount &gt; Balance (Insufficient Funds)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TC-3.3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Debit Account with Zero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  <a:tr h="4000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TC-4.1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Exit the Application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PASS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Test Coverage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37 total tests (unit + integration)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Coverage Results: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Statements: 94.57%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Branches: 82.75%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Functions: 95.00%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Lines: 94.53%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Test Structure: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tests/unit/data.test.js - DataStore (100% coverage)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tests/unit/operations.test.js - Business logic (100% coverage)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tests/unit/server.test.js - HTTP API endpoints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tests/integration/app.test.js - Full CLI flow simulation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Framework: Jest with built-in coverage reporting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Deployment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Docker, CI/CD, and Cloud Deployment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Deployment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Multi-stage Docker Build: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Stage 1: Builder - Install dependencies (npm ci)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Stage 2: Production - Minimal Alpine image, non-root user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Container Features: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Node.js 18 Alpine (minimal footprint)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Non-root user (security best practice)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Built-in health check endpoint (/health)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Resource limits: 128MB RAM, 0.5 CPU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Deploy Script (deploy.sh) Commands: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full - Complete pipeline: lint, test, build, start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deploy-aws - Push to ECR, update ECS service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deploy-azure - Deploy to Azure App Service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health - Verify deployment via health endpoint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Deployment Script Usage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280160"/>
            <a:ext cx="4114800" cy="457200"/>
          </a:xfrm>
          <a:prstGeom prst="rect">
            <a:avLst/>
          </a:prstGeom>
          <a:solidFill>
            <a:srgbClr val="E65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Local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4754880" y="1280160"/>
            <a:ext cx="4114800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Cloud Deployment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411480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>
                <a:solidFill>
                  <a:srgbClr val="333333"/>
                </a:solidFill>
                <a:latin typeface="Courier New"/>
              </a:defRPr>
            </a:pPr>
            <a:r>
              <a:t># Full pipeline (recommended)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./deploy/deploy.sh full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# Step by step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./deploy/deploy.sh lint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./deploy/deploy.sh test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./deploy/deploy.sh build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./deploy/deploy.sh start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# Monitoring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./deploy/deploy.sh health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./deploy/deploy.sh logs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# Cleanup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./deploy/deploy.sh stop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./deploy/deploy.sh clean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828800"/>
            <a:ext cx="4114800" cy="4572000"/>
          </a:xfrm>
          <a:prstGeom prst="rect">
            <a:avLst/>
          </a:prstGeom>
          <a:solidFill>
            <a:srgbClr val="F5F5F5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900">
                <a:solidFill>
                  <a:srgbClr val="333333"/>
                </a:solidFill>
                <a:latin typeface="Courier New"/>
              </a:defRPr>
            </a:pPr>
            <a:r>
              <a:t># AWS ECS Deployment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export AWS_REGION=us-east-1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export ECR_REPO=node-accounting-app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export ECS_CLUSTER=app-cluster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export ECS_SERVICE=app-service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./deploy/deploy.sh deploy-aws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# Azure App Service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export AZURE_RESOURCE_GROUP=app-rg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export AZURE_WEBAPP_NAME=app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./deploy/deploy.sh deploy-azure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# Health Check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curl http://localhost:3000/health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# {"status":"healthy",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#  "service":"node-accounting-app",</a:t>
            </a:r>
          </a:p>
          <a:p>
            <a:pPr>
              <a:defRPr sz="900">
                <a:solidFill>
                  <a:srgbClr val="333333"/>
                </a:solidFill>
                <a:latin typeface="Courier New"/>
              </a:defRPr>
            </a:pPr>
            <a:r>
              <a:t>#  "version":"1.0.0"}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A7C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Results &amp;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6400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Modernization outcomes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Modernization Benefits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71600"/>
          <a:ext cx="8229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962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Before (COBOL)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After (Node.js)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Language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COBOL (1959)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JavaScript/Node.js (2009+)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Developers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Scarce, expensive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Abundant, accessible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Manual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Automated (37 tests, 94% coverage)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Deployment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Compile &amp; copy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Docker + CI/CD pipeline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Cloud 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AWS ECS, Azure App Service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API Access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Terminal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REST API + CLI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Health checks, structured logs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Extensibility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Difficult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333333"/>
                          </a:solidFill>
                        </a:defRPr>
                      </a:pPr>
                      <a:r>
                        <a:t>npm ecosystem, modular classes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Next Steps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Immediate: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Set up CI/CD pipeline (GitHub Actions / Jenkins)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Deploy to staging environment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Performance benchmarking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Short-term: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Add persistent database (PostgreSQL/MongoDB)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Implement authentication &amp; authorization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Add transaction history and audit logging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Long-term: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Multi-account support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WebSocket real-time updates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Microservice decomposition (if needed)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API Gateway integration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Successfully converted 3-module COBOL system to Node.js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Deliverables: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node-app/ - Complete Node.js application (4 modules)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tests/ - 37 automated tests with 94%+ coverage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docs/ - Architecture and deployment documentation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deploy/ - Docker + cloud deployment scripts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Key Metrics: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100% feature parity with original COBOL system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All TESTPLAN.md test cases passing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Zero runtime dependencies (Node.js built-ins only)</a:t>
            </a:r>
          </a:p>
          <a:p>
            <a:pPr lvl="1">
              <a:spcAft>
                <a:spcPts val="1200"/>
              </a:spcAft>
              <a:defRPr sz="1400">
                <a:solidFill>
                  <a:srgbClr val="333333"/>
                </a:solidFill>
              </a:defRPr>
            </a:pPr>
            <a:r>
              <a:t>  Production-ready Docker image with health checks</a:t>
            </a: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</a:p>
          <a:p>
            <a:pPr>
              <a:spcAft>
                <a:spcPts val="1200"/>
              </a:spcAft>
              <a:defRPr sz="1600">
                <a:solidFill>
                  <a:srgbClr val="333333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