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3A5C"/>
                </a:solidFill>
              </a:rPr>
              <a:t>Modernizing Legacy COBOL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1B3A5C"/>
                </a:solidFill>
              </a:rPr>
              <a:t>to Node.js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6FA5"/>
                </a:solidFill>
              </a:rPr>
              <a:t>Account Management System Migration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Prepared by Devin AI | Migration Process &amp; Results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</a:rPr>
              <a:t>The Challenge: Legacy COBOL Systems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Why Modernize?
</a:t>
            </a:r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Aging workforce — fewer COBOL-skilled developers available
</a:t>
            </a:r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High maintenance costs — specialized compilers and environments
</a:t>
            </a:r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Limited integration — difficult to connect with modern APIs/services
</a:t>
            </a:r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No automated testing — business logic validated manually
</a:t>
            </a:r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Deployment friction — no containerization or cloud-native options
</a:t>
            </a:r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Security concerns — limited tooling for vulnerability scanning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</a:rPr>
              <a:t>Solution: Systematic Migration to Node.js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Migration Strategy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1. Analyze — Map COBOL program structure and data flows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2. Design — Create equivalent Node.js class architecture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3. Convert — Transform each COBOL module to JavaScript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4. Test — Implement test suite from existing TESTPLAN.md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5. Deploy — Containerize with Docker + CI/CD pipeline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6. Document — Migration guide + architecture reference
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</a:rPr>
              <a:t>Tools: Node.js 18+ | Jest | ESLint | Docker | pptxgenjs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</a:rPr>
              <a:t>Architecture: COBOL vs Node.js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7432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</a:rPr>
              <a:t>COBOL (Before)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554480"/>
            <a:ext cx="3840480" cy="32004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main.cob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User interface (DISPLAY/ACCEPT)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Menu loop (PERFORM UNTIL)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operations.cob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CALL-based dispatch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CREDIT/DEBIT/TOTAL logic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data.cob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STORAGE-BALANCE (PIC 9(6)V99)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READ/WRITE operations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Node.js (After)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554480"/>
            <a:ext cx="3840480" cy="3200400"/>
          </a:xfrm>
          <a:prstGeom prst="rect">
            <a:avLst/>
          </a:prstGeom>
          <a:solidFill>
            <a:srgbClr val="F0FFF0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73736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src/main.js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AccountApp class (readline)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async/await loop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src/operations.js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Operations class (DI)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credit()/debit()/viewBalance()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src/data.js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DataStore class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 read()/write() methods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4A6FA5"/>
                </a:solidFill>
              </a:rPr>
              <a:t>→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</a:rPr>
              <a:t>Code Transformation: Key Mappings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3017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COBOL Construct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Node.js Equivalent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PIC 9(6)V99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let balance = 1000.00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CALL 'DataProgram'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this.dataStore.read()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Dependency injection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PERFORM UNTIL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while (flag) { }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Loop with boolean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EVALUATE...WHEN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switch...case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Menu dispatch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DISPLAY / ACCEPT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readline.question()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Async I/O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GOBACK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return { ... }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Structured returns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</a:rPr>
              <a:t>Testing Strategy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Framework: Jest | Coverage: All business logic paths
</a:t>
            </a:r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Test Cases (from TESTPLAN.md):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TC-1.1  View Balance — displays initial 1000.00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TC-2.1  Credit — valid amount increases balance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TC-2.2  Credit — zero amount leaves balance unchanged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TC-3.1  Debit — valid amount decreases balance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TC-3.2  Debit — overdraft prevented with error message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TC-3.3  Debit — zero amount leaves balance unchanged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TC-4.1  Exit — application terminates gracefully
</a:t>
            </a:r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Additional coverage: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Integration tests for multi-operation workflows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Edge cases (very small/large amounts, exact balance debit)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Data consistency verification across operations
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</a:rPr>
              <a:t>Deployment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Containerized Deployment with Docker
</a:t>
            </a:r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Pipeline Steps (deploy.sh full):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  1. Lint    →  ESLint static analysis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  2. Test    →  Jest unit + integration tests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  3. Build   →  Multi-stage Docker image (node:18-alpine)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  4. Deploy  →  Docker Compose / AWS ECS / Azure App Service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  5. Health  →  HTTP health check on /health endpoint
</a:t>
            </a:r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Key Features: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Non-root container user for security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Resource limits (128MB RAM, 0.5 CPU)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Auto-restart on failure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Multi-cloud support (AWS ECS + Azure App Service)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Environment variable configuration (.env)
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</a:rPr>
              <a:t>Migration Process: Step by Step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36576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Output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 Analysis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Map COBOL structure &amp; data flows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Architecture diagram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 Test Plan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Document business logic test cases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TESTPLAN.md (7 cases)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3. Data Layer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Convert data.cob → data.js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DataStore class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4. Logic Layer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Convert operations.cob → operations.js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Operations class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5. UI Layer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Convert main.cob → main.js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AccountApp class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6. Testing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Implement Jest tests from TESTPLAN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100% logic coverage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7. Deployment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Docker + deploy scripts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Production-ready pipeline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8. Documentation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Migration guide + API docs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MIGRATION.md + README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</a:rPr>
              <a:t>Results &amp; Benefits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3474720"/>
        </p:xfrm>
        <a:graphic>
          <a:graphicData uri="http://schemas.openxmlformats.org/drawingml/2006/table">
            <a:tbl>
              <a:tblPr/>
              <a:tblGrid>
                <a:gridCol w="2286000"/>
                <a:gridCol w="3108960"/>
                <a:gridCol w="3200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COBOL (Before)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Node.js (After)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Test Coverage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0% (manual only)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100% (automated Jest)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Deployment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Manual compile + copy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Docker + one-command deploy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CI/CD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Lint → Test → Build → Deploy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Cloud Ready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AWS ECS / Azure / Docker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Developer Pool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Shrinking (COBOL)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Large (JavaScript/Node.js)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Code Modularity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CALL-based coupling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Dependency injection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Maintenance Cost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</a:rPr>
              <a:t>Next Steps &amp; Recommendations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Immediate Actions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1. Review and merge the migration PR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2. Run full test suite to validate business logic parity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3. Deploy to staging environment for UAT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4. Stakeholder sign-off on test results
</a:t>
            </a:r>
            <a:pPr indent="0" marL="0">
              <a:buNone/>
            </a:pPr>
            <a:r>
              <a:rPr lang="en-US" sz="1600" b="1" dirty="0">
                <a:solidFill>
                  <a:srgbClr val="4A6FA5"/>
                </a:solidFill>
              </a:rPr>
              <a:t>Future Enhancements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1. Add persistent database (PostgreSQL/MongoDB)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2. Build REST API layer with Express.js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3. Add user authentication (JWT)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4. Implement transaction history/audit log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5. Add multi-currency support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6. Set up production monitoring (Datadog/New Relic)
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Legacy Modernization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Modernizing Legacy COBOL to Node.js</dc:title>
  <dc:subject>COBOL to Node.js Migration</dc:subject>
  <dc:creator>Devin AI</dc:creator>
  <cp:lastModifiedBy>Devin AI</cp:lastModifiedBy>
  <cp:revision>1</cp:revision>
  <dcterms:created xsi:type="dcterms:W3CDTF">2026-06-22T02:05:59Z</dcterms:created>
  <dcterms:modified xsi:type="dcterms:W3CDTF">2026-06-22T02:05:59Z</dcterms:modified>
</cp:coreProperties>
</file>