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COBOL to Node.js Modernization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4A90D9"/>
                </a:solidFill>
              </a:defRPr>
            </a:pPr>
            <a:r>
              <a:t>Account Management System - Legacy Modernization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5A5A6"/>
                </a:solidFill>
              </a:defRPr>
            </a:pPr>
            <a:r>
              <a:t>Modernization Pipeline | From Mainframe to Cloud-Native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365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1. Legacy System Overview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2. Modernization Strategy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3. Architecture Mapping (COBOL -&gt; Node.js)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4. Code Conversion Details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5. Testing Strategy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6. Deployment Pipeline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7. Key Decisions &amp; Trade-offs</a:t>
            </a:r>
          </a:p>
          <a:p>
            <a:pPr>
              <a:spcAft>
                <a:spcPts val="1200"/>
              </a:spcAft>
              <a:defRPr sz="2000">
                <a:solidFill>
                  <a:srgbClr val="2C3E50"/>
                </a:solidFill>
              </a:defRPr>
            </a:pPr>
            <a:r>
              <a:t>8. Results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Legacy COBOL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Language: </a:t>
            </a:r>
            <a:r>
              <a:rPr sz="1600">
                <a:solidFill>
                  <a:srgbClr val="2C3E50"/>
                </a:solidFill>
              </a:rPr>
              <a:t>GnuCOBOL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Architecture: </a:t>
            </a:r>
            <a:r>
              <a:rPr sz="1600">
                <a:solidFill>
                  <a:srgbClr val="2C3E50"/>
                </a:solidFill>
              </a:rPr>
              <a:t>3-tier modular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Data Format: </a:t>
            </a:r>
            <a:r>
              <a:rPr sz="1600">
                <a:solidFill>
                  <a:srgbClr val="2C3E50"/>
                </a:solidFill>
              </a:rPr>
              <a:t>PIC 9(6)V99 (fixed-point)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I/O: </a:t>
            </a:r>
            <a:r>
              <a:rPr sz="1600">
                <a:solidFill>
                  <a:srgbClr val="2C3E50"/>
                </a:solidFill>
              </a:rPr>
              <a:t>Synchronous terminal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Initial Balance: </a:t>
            </a:r>
            <a:r>
              <a:rPr sz="1600">
                <a:solidFill>
                  <a:srgbClr val="2C3E50"/>
                </a:solidFill>
              </a:rPr>
              <a:t>$1,000.00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C3E50"/>
                </a:solidFill>
              </a:rPr>
              <a:t>Operations: </a:t>
            </a:r>
            <a:r>
              <a:rPr sz="1600">
                <a:solidFill>
                  <a:srgbClr val="2C3E50"/>
                </a:solidFill>
              </a:rPr>
              <a:t>View, Credit, Debit,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B365F"/>
                </a:solidFill>
              </a:defRPr>
            </a:pPr>
            <a:r>
              <a:t>Source Files: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main.cob - UI &amp; menu loop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operations.cob - Business logic</a:t>
            </a:r>
          </a:p>
          <a:p>
            <a:pPr>
              <a:spcAft>
                <a:spcPts val="600"/>
              </a:spcAft>
              <a:defRPr sz="1400">
                <a:solidFill>
                  <a:srgbClr val="2C3E50"/>
                </a:solidFill>
              </a:defRPr>
            </a:pPr>
            <a:r>
              <a:t>  data.cob - Data persistence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Modernization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4A90D9"/>
                </a:solidFill>
              </a:rPr>
              <a:t>File-for-File Migration: </a:t>
            </a:r>
            <a:r>
              <a:rPr sz="1500">
                <a:solidFill>
                  <a:srgbClr val="2C3E50"/>
                </a:solidFill>
              </a:rPr>
              <a:t>Each COBOL source maps 1:1 to a Node.js module, preserving modular boundaries.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A90D9"/>
                </a:solidFill>
              </a:rPr>
              <a:t>Behavior Preservation: </a:t>
            </a:r>
            <a:r>
              <a:rPr sz="1500">
                <a:solidFill>
                  <a:srgbClr val="2C3E50"/>
                </a:solidFill>
              </a:rPr>
              <a:t>Business logic and validation rules remain identical to the COBOL implementation.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A90D9"/>
                </a:solidFill>
              </a:rPr>
              <a:t>Test-Driven Validation: </a:t>
            </a:r>
            <a:r>
              <a:rPr sz="1500">
                <a:solidFill>
                  <a:srgbClr val="2C3E50"/>
                </a:solidFill>
              </a:rPr>
              <a:t>Comprehensive tests verify the Node.js app matches COBOL behavior exactly.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A90D9"/>
                </a:solidFill>
              </a:rPr>
              <a:t>Incremental Deployment: </a:t>
            </a:r>
            <a:r>
              <a:rPr sz="1500">
                <a:solidFill>
                  <a:srgbClr val="2C3E50"/>
                </a:solidFill>
              </a:rPr>
              <a:t>Docker containerization enables gradual rollout from dev to production.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A90D9"/>
                </a:solidFill>
              </a:rPr>
              <a:t>Documentation First: </a:t>
            </a:r>
            <a:r>
              <a:rPr sz="1500">
                <a:solidFill>
                  <a:srgbClr val="2C3E50"/>
                </a:solidFill>
              </a:rPr>
              <a:t>Architecture docs, test plans, and deployment guides created alongside code.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Architecture Mapping: COBOL -&gt; Node.js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COBOL Component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017520" y="1371600"/>
            <a:ext cx="2743200" cy="45720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Node.js Module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0" y="1371600"/>
            <a:ext cx="2926080" cy="45720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56032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main.cob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828800"/>
            <a:ext cx="274320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src/main.js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1828800"/>
            <a:ext cx="292608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CLI menu &amp; program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operations.cob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33172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src/operations.js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33172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Credit/Debit/View logic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34640"/>
            <a:ext cx="256032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data.cob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2834640"/>
            <a:ext cx="274320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src/data.js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834640"/>
            <a:ext cx="292608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Balance persistence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PIC 9(6)V99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333756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Math.round(x*100)/100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333756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Fixed-point arithmetic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256032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CALL 'Program'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3840480"/>
            <a:ext cx="274320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require('./module')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3840480"/>
            <a:ext cx="2926080" cy="5029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Module invocation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34340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ACCEPT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4343400"/>
            <a:ext cx="2743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readline-sync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4343400"/>
            <a:ext cx="2926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User input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Code Conversion: Debit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39C12"/>
                </a:solidFill>
              </a:defRPr>
            </a:pPr>
            <a:r>
              <a:t>COBOL (Before)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4297680" cy="438912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100">
                <a:solidFill>
                  <a:srgbClr val="A6E22E"/>
                </a:solidFill>
                <a:latin typeface="Courier New"/>
              </a:defRPr>
            </a:pPr>
            <a:r>
              <a:t>IF OPERATION-TYPE = 'DEBIT '</a:t>
            </a:r>
            <a:br/>
            <a:r>
              <a:t>  ACCEPT AMOUNT</a:t>
            </a:r>
            <a:br/>
            <a:r>
              <a:t>  CALL 'DataProgram' USING</a:t>
            </a:r>
            <a:br/>
            <a:r>
              <a:t>    'READ', FINAL-BALANCE</a:t>
            </a:r>
            <a:br/>
            <a:r>
              <a:t>  IF FINAL-BALANCE &gt;= AMOUNT</a:t>
            </a:r>
            <a:br/>
            <a:r>
              <a:t>    SUBTRACT AMOUNT FROM</a:t>
            </a:r>
            <a:br/>
            <a:r>
              <a:t>      FINAL-BALANCE</a:t>
            </a:r>
            <a:br/>
            <a:r>
              <a:t>    CALL 'DataProgram' USING</a:t>
            </a:r>
            <a:br/>
            <a:r>
              <a:t>      'WRITE', FINAL-BALANCE</a:t>
            </a:r>
            <a:br/>
            <a:r>
              <a:t>  ELSE</a:t>
            </a:r>
            <a:br/>
            <a:r>
              <a:t>    DISPLAY "Insufficient funds"</a:t>
            </a:r>
            <a:br/>
            <a:r>
              <a:t>  END-IF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7AE60"/>
                </a:solidFill>
              </a:defRPr>
            </a:pPr>
            <a:r>
              <a:t>Node.js (After)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4114800" cy="438912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100">
                <a:solidFill>
                  <a:srgbClr val="66D9EF"/>
                </a:solidFill>
                <a:latin typeface="Courier New"/>
              </a:defRPr>
            </a:pPr>
            <a:r>
              <a:t>function debitAccount(amount) {</a:t>
            </a:r>
            <a:br/>
            <a:r>
              <a:t>  const debitAmount =</a:t>
            </a:r>
            <a:br/>
            <a:r>
              <a:t>    Math.round(amount * 100) / 100;</a:t>
            </a:r>
            <a:br/>
            <a:r>
              <a:t>  let balance = data.readBalance();</a:t>
            </a:r>
            <a:br/>
            <a:br/>
            <a:r>
              <a:t>  if (balance &gt;= debitAmount) {</a:t>
            </a:r>
            <a:br/>
            <a:r>
              <a:t>    balance = Math.round(</a:t>
            </a:r>
            <a:br/>
            <a:r>
              <a:t>      (balance - debitAmount) * 100</a:t>
            </a:r>
            <a:br/>
            <a:r>
              <a:t>    ) / 100;</a:t>
            </a:r>
            <a:br/>
            <a:r>
              <a:t>    data.writeBalance(balance);</a:t>
            </a:r>
            <a:br/>
            <a:r>
              <a:t>    return { success: true, balance };</a:t>
            </a:r>
            <a:br/>
            <a:r>
              <a:t>  }</a:t>
            </a:r>
            <a:br/>
            <a:br/>
            <a:r>
              <a:t>  return { success: false, balance,</a:t>
            </a:r>
            <a:br/>
            <a:r>
              <a:t>    message: 'Insufficient funds' };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AE60"/>
                </a:solidFill>
              </a:defRPr>
            </a:pPr>
            <a:r>
              <a:t>26 Tests | 3 Suites | 100% Pass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A90D9"/>
                </a:solidFill>
              </a:defRPr>
            </a:pPr>
            <a:r>
              <a:t>Unit Tests - Data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readBalance returns initial value (1000.00)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7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writeBalance persists new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59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resetBalance restores initial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1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A90D9"/>
                </a:solidFill>
              </a:defRPr>
            </a:pPr>
            <a:r>
              <a:t>Unit Tests - Operations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5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TC-1.1: View balance displays correct amount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7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TC-2.1: Credit adds funds correctly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59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TC-2.2: Zero credit leaves balance unchanged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1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TC-3.1: Debit subtracts funds correctly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3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TC-3.2: Insufficient funds rejected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5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TC-3.3: Zero debit leaves balance unchanged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A90D9"/>
                </a:solidFill>
              </a:defRPr>
            </a:pPr>
            <a:r>
              <a:t>Integration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1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Full workflow: view -&gt; credit -&gt; debit -&gt;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3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Multiple operations maintain correct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59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  Drain-then-credit recovery scenario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Deployment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Validate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18872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Check Node.js 18+, npm, Docker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Install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npm ci (clean install)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46888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ESLint static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0896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10896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Jest with coverage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4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74904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Multi-stage Docker image (Alpine)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6. Push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38912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Container registry (GHCR)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029200"/>
            <a:ext cx="2011680" cy="50292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7.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5029200"/>
            <a:ext cx="5943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docker run with health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Courier New"/>
              </a:defRPr>
            </a:pPr>
            <a:r>
              <a:t>Deploy command: ./scripts/deploy.sh [development|staging|production]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365F"/>
                </a:solidFill>
              </a:defRPr>
            </a:pPr>
            <a:r>
              <a:t>Key Decisions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readline-sync for I/O: </a:t>
            </a:r>
            <a:r>
              <a:rPr sz="1300">
                <a:solidFill>
                  <a:srgbClr val="2C3E50"/>
                </a:solidFill>
              </a:rPr>
              <a:t>Matches COBOL's synchronous behavior. Could migrate to async later for web API.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In-memory data storage: </a:t>
            </a:r>
            <a:r>
              <a:rPr sz="1300">
                <a:solidFill>
                  <a:srgbClr val="2C3E50"/>
                </a:solidFill>
              </a:rPr>
              <a:t>Mirrors COBOL's working-storage. Production would use a database.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Math.round for precision: </a:t>
            </a:r>
            <a:r>
              <a:rPr sz="1300">
                <a:solidFill>
                  <a:srgbClr val="2C3E50"/>
                </a:solidFill>
              </a:rPr>
              <a:t>Replicates PIC 9(6)V99 fixed-point. Avoids floating-point drift.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Jest for testing: </a:t>
            </a:r>
            <a:r>
              <a:rPr sz="1300">
                <a:solidFill>
                  <a:srgbClr val="2C3E50"/>
                </a:solidFill>
              </a:rPr>
              <a:t>Industry standard, good coverage reporting, maps to TESTPLAN.md.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Docker multi-stage build: </a:t>
            </a:r>
            <a:r>
              <a:rPr sz="1300">
                <a:solidFill>
                  <a:srgbClr val="2C3E50"/>
                </a:solidFill>
              </a:rPr>
              <a:t>Minimal image (Alpine), non-root user, health checks for orchestration.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B365F"/>
                </a:solidFill>
              </a:rPr>
              <a:t>GitHub Actions CI/CD: </a:t>
            </a:r>
            <a:r>
              <a:rPr sz="1300">
                <a:solidFill>
                  <a:srgbClr val="2C3E50"/>
                </a:solidFill>
              </a:rPr>
              <a:t>Matrix testing (Node 18/20), auto coverage upload, Docker validation.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Results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7AE60"/>
                </a:solidFill>
              </a:defRPr>
            </a:pPr>
            <a:r>
              <a:t>Achieved: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3 COBOL files -&gt; 3 Node.js modules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26 passing tests (unit + integration)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100% coverage on business logic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Docker containerized deployment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CI/CD pipeline with GitHub Actions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Full documentation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39C12"/>
                </a:solidFill>
              </a:defRPr>
            </a:pPr>
            <a:r>
              <a:t>Next Steps: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Add REST API layer (Express.js)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Replace in-memory with PostgreSQL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Add authentication &amp; authorization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Implement transaction history/audit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Add monitoring &amp; alerting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  Performance benchmarking vs COBOL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