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phase of the migration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COBOL is still running critical financial systems, but finding developers is increasingly difficult. Node.js provides a modern alternative with strong community support and cloud-native deployment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COBOL application is a simple 3-file accounting system. MainProgram handles the UI, Operations handles business logic, and DataProgram manages the balance state. Total: 99 lines of COBOL.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insight is to create the test plan BEFORE writing any Node.js code. This ensures no business logic is lost during conversion. We convert bottom-up so each layer can be tested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COBOL program maps to a JavaScript class. CALL statements become method calls via dependency injection. COBOL's PIC type constraints are replaced by runtime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COBOL DataProgram uses string-based dispatch ('READ'/'WRITE'). In Node.js we use named methods instead. The VALUE clause becomes a constructor default 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read-modify-write pattern is preserved. The key improvement is returning structured result objects instead of using DISPLAY directly. This separates business logic from I/O.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test case was derived from the COBOL source BEFORE conversion. Unit tests validate individual operations. Integration tests simulate the full menu-driven workflow using stream-based I/O.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deployment script supports three environments with progressive hardening. Development runs locally, staging uses Docker to catch container-specific issues, and production adds health checks and rollback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Multi-stage build minimizes the final image size. Non-root user improves security. Health check endpoint at /health enables container orchestrator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conversion preserves 100% of the original business logic while adding modern development practices. The application is now testable, deployable to any cloud, and easy to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enhancements build on the solid foundation created by the migration. Each can be implemented incrementally without disrupting existing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COBOL to Node.js Migration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Modernizing a Legacy Accounting System with Devin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1. Why Modernize?</a:t>
            </a:r>
          </a:p>
          <a:p>
            <a:pPr>
              <a:spcAft>
                <a:spcPts val="400"/>
              </a:spcAft>
              <a:defRPr sz="1800"/>
            </a:pPr>
            <a:r>
              <a:t>2. COBOL Application Overview</a:t>
            </a:r>
          </a:p>
          <a:p>
            <a:pPr>
              <a:spcAft>
                <a:spcPts val="400"/>
              </a:spcAft>
              <a:defRPr sz="1800"/>
            </a:pPr>
            <a:r>
              <a:t>3. Migration Strategy</a:t>
            </a:r>
          </a:p>
          <a:p>
            <a:pPr>
              <a:spcAft>
                <a:spcPts val="400"/>
              </a:spcAft>
              <a:defRPr sz="1800"/>
            </a:pPr>
            <a:r>
              <a:t>4. Architecture Mapping</a:t>
            </a:r>
          </a:p>
          <a:p>
            <a:pPr>
              <a:spcAft>
                <a:spcPts val="400"/>
              </a:spcAft>
              <a:defRPr sz="1800"/>
            </a:pPr>
            <a:r>
              <a:t>5. Code Conversion Examples</a:t>
            </a:r>
          </a:p>
          <a:p>
            <a:pPr>
              <a:spcAft>
                <a:spcPts val="400"/>
              </a:spcAft>
              <a:defRPr sz="1800"/>
            </a:pPr>
            <a:r>
              <a:t>6. Testing Strategy</a:t>
            </a:r>
          </a:p>
          <a:p>
            <a:pPr>
              <a:spcAft>
                <a:spcPts val="400"/>
              </a:spcAft>
              <a:defRPr sz="1800"/>
            </a:pPr>
            <a:r>
              <a:t>7. Deployment Pipeline</a:t>
            </a:r>
          </a:p>
          <a:p>
            <a:pPr>
              <a:spcAft>
                <a:spcPts val="400"/>
              </a:spcAft>
              <a:defRPr sz="1800"/>
            </a:pPr>
            <a:r>
              <a:t>8. Results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Modernize COBOL?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Aging workforce with COBOL expertise</a:t>
            </a:r>
          </a:p>
          <a:p>
            <a:pPr>
              <a:spcAft>
                <a:spcPts val="400"/>
              </a:spcAft>
              <a:defRPr sz="1800"/>
            </a:pPr>
            <a:r>
              <a:t>Difficulty integrating with modern APIs and cloud services</a:t>
            </a:r>
          </a:p>
          <a:p>
            <a:pPr>
              <a:spcAft>
                <a:spcPts val="400"/>
              </a:spcAft>
              <a:defRPr sz="1800"/>
            </a:pPr>
            <a:r>
              <a:t>Limited testing frameworks for COBOL</a:t>
            </a:r>
          </a:p>
          <a:p>
            <a:pPr>
              <a:spcAft>
                <a:spcPts val="400"/>
              </a:spcAft>
              <a:defRPr sz="1800"/>
            </a:pPr>
            <a:r>
              <a:t>High maintenance cost of legacy infrastructure</a:t>
            </a:r>
          </a:p>
          <a:p>
            <a:pPr>
              <a:spcAft>
                <a:spcPts val="400"/>
              </a:spcAft>
              <a:defRPr sz="1800"/>
            </a:pPr>
            <a:r>
              <a:t>Node.js advantages:</a:t>
            </a:r>
          </a:p>
          <a:p>
            <a:pPr lvl="1">
              <a:spcAft>
                <a:spcPts val="400"/>
              </a:spcAft>
              <a:defRPr sz="1600"/>
            </a:pPr>
            <a:r>
              <a:t>Vast ecosystem (npm) and community support</a:t>
            </a:r>
          </a:p>
          <a:p>
            <a:pPr lvl="1">
              <a:spcAft>
                <a:spcPts val="400"/>
              </a:spcAft>
              <a:defRPr sz="1600"/>
            </a:pPr>
            <a:r>
              <a:t>Easy cloud deployment (Docker, AWS, Azure)</a:t>
            </a:r>
          </a:p>
          <a:p>
            <a:pPr lvl="1">
              <a:spcAft>
                <a:spcPts val="400"/>
              </a:spcAft>
              <a:defRPr sz="1600"/>
            </a:pPr>
            <a:r>
              <a:t>Modern testing with Jest (coverage, mocking)</a:t>
            </a:r>
          </a:p>
          <a:p>
            <a:pPr lvl="1">
              <a:spcAft>
                <a:spcPts val="400"/>
              </a:spcAft>
              <a:defRPr sz="1600"/>
            </a:pPr>
            <a:r>
              <a:t>Async I/O and scalability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COBOL Application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Program ID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Lines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main.cob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CLI menu loop, user 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operations.cob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Business logic (credit/debit/view)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data.cob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In-memory balance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Strategy: 5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Phase 1: Analyze COBOL structure and data types</a:t>
            </a:r>
          </a:p>
          <a:p>
            <a:pPr lvl="1">
              <a:spcAft>
                <a:spcPts val="400"/>
              </a:spcAft>
              <a:defRPr sz="1600"/>
            </a:pPr>
            <a:r>
              <a:t>Inventory files, map PIC types, trace call graph</a:t>
            </a:r>
          </a:p>
          <a:p>
            <a:pPr>
              <a:spcAft>
                <a:spcPts val="400"/>
              </a:spcAft>
              <a:defRPr sz="1800"/>
            </a:pPr>
            <a:r>
              <a:t>Phase 2: Create test plan BEFORE conversion</a:t>
            </a:r>
          </a:p>
          <a:p>
            <a:pPr lvl="1">
              <a:spcAft>
                <a:spcPts val="400"/>
              </a:spcAft>
              <a:defRPr sz="1600"/>
            </a:pPr>
            <a:r>
              <a:t>Document every business rule as a testable case</a:t>
            </a:r>
          </a:p>
          <a:p>
            <a:pPr>
              <a:spcAft>
                <a:spcPts val="400"/>
              </a:spcAft>
              <a:defRPr sz="1800"/>
            </a:pPr>
            <a:r>
              <a:t>Phase 3: Convert COBOL to Node.js module by module</a:t>
            </a:r>
          </a:p>
          <a:p>
            <a:pPr lvl="1">
              <a:spcAft>
                <a:spcPts val="400"/>
              </a:spcAft>
              <a:defRPr sz="1600"/>
            </a:pPr>
            <a:r>
              <a:t>Bottom-up: data.cob -&gt; operations.cob -&gt; main.cob</a:t>
            </a:r>
          </a:p>
          <a:p>
            <a:pPr>
              <a:spcAft>
                <a:spcPts val="400"/>
              </a:spcAft>
              <a:defRPr sz="1800"/>
            </a:pPr>
            <a:r>
              <a:t>Phase 4: Validate with unit and integration tests</a:t>
            </a:r>
          </a:p>
          <a:p>
            <a:pPr lvl="1">
              <a:spcAft>
                <a:spcPts val="400"/>
              </a:spcAft>
              <a:defRPr sz="1600"/>
            </a:pPr>
            <a:r>
              <a:t>Map each TESTPLAN.md case to a Jest test</a:t>
            </a:r>
          </a:p>
          <a:p>
            <a:pPr>
              <a:spcAft>
                <a:spcPts val="400"/>
              </a:spcAft>
              <a:defRPr sz="1800"/>
            </a:pPr>
            <a:r>
              <a:t>Phase 5: Deploy with Docker and CI/CD pipeline</a:t>
            </a:r>
          </a:p>
          <a:p>
            <a:pPr lvl="1">
              <a:spcAft>
                <a:spcPts val="400"/>
              </a:spcAft>
              <a:defRPr sz="1600"/>
            </a:pPr>
            <a:r>
              <a:t>Multi-environment: development, staging,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Architecture Mapping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COBOL Component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Node.js Equivalent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main.cob (MainProgram)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src/main.js (AccountApp)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Class with async run()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operations.cob (Operations)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src/operations.js (Operations)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Dependency injection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data.cob (DataProgram)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src/data.js (DataStore)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In-memory store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CALL 'Program' 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method calls on injected deps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 replaces CALL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PIC 9(6)V99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number + toFixed(2)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IEEE 754 float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PERFORM UNTIL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while (flag)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Loop construct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EVALUATE / 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switch /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Dispatch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Conversion: Data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COBOL (data.cob):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01  STORAGE-BALANCE  PIC 9(6)V99 VALUE 1000.00.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IF OPERATION-TYPE = 'READ'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  MOVE STORAGE-BALANCE TO BALANCE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ELSE IF OPERATION-TYPE = 'WRITE'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  MOVE BALANCE TO STORAGE-BALANCE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Node.js (src/data.js):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class DataStore 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constructor(initialBalance = 1000.00) 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  this.balance = initialBalance;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}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read()            { return this.balance; }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write(newBalance) { this.balance = newBalance; }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Conversion: Business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COBOL (operations.cob):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CALL 'DataProgram' USING 'READ', FINAL-BALANCE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IF FINAL-BALANCE &gt;= AMOUNT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  SUBTRACT AMOUNT FROM FINAL-BALANCE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  CALL 'DataProgram' USING 'WRITE', FINAL-BALANCE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ELSE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  DISPLAY "Insufficient funds for this debit."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Node.js (src/operations.js):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debit(amount) 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const currentBalance = this.dataStore.read();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if (currentBalance &gt;= parsedAmount) 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  const newBalance = currentBalance - parsedAmount;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  this.dataStore.write(newBalance);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  return { success: true, balance: newBalance };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} else 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  return { success: false,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           message: 'Insufficient funds for this debit.' };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}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Testing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TC-1.1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View balance displays 1000.00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Unit +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operations.cob:17-18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TC-2.1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Credit adds to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Unit +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operations.cob:23-26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TC-2.2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Zero credit, balance 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operations.cob:23-26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TC-3.1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Valid debit subtracts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Unit +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operations.cob:31-35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TC-3.2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Overdraft prevented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Unit +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operations.cob:32,37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TC-3.3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Zero debit, balance 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operations.cob:31-35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TC-4.1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Exit terminates cleanly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main.cob:30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Multi-environment deployment script:</a:t>
            </a:r>
          </a:p>
          <a:p>
            <a:pPr lvl="1">
              <a:spcAft>
                <a:spcPts val="400"/>
              </a:spcAft>
              <a:defRPr sz="1600"/>
            </a:pPr>
            <a:r>
              <a:t>./scripts/deploy.sh &lt;env&gt; &lt;command&gt;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Environments:</a:t>
            </a:r>
          </a:p>
          <a:p>
            <a:pPr lvl="1">
              <a:spcAft>
                <a:spcPts val="400"/>
              </a:spcAft>
              <a:defRPr sz="1600"/>
            </a:pPr>
            <a:r>
              <a:t>development  - Direct Node.js, verbose logging</a:t>
            </a:r>
          </a:p>
          <a:p>
            <a:pPr lvl="1">
              <a:spcAft>
                <a:spcPts val="400"/>
              </a:spcAft>
              <a:defRPr sz="1600"/>
            </a:pPr>
            <a:r>
              <a:t>staging      - Docker container, mirrors production</a:t>
            </a:r>
          </a:p>
          <a:p>
            <a:pPr lvl="1">
              <a:spcAft>
                <a:spcPts val="400"/>
              </a:spcAft>
              <a:defRPr sz="1600"/>
            </a:pPr>
            <a:r>
              <a:t>production   - Docker with health checks, rollback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Pipeline stages:</a:t>
            </a:r>
          </a:p>
          <a:p>
            <a:pPr lvl="1">
              <a:spcAft>
                <a:spcPts val="400"/>
              </a:spcAft>
              <a:defRPr sz="1600"/>
            </a:pPr>
            <a:r>
              <a:t>setup -&gt; lint -&gt; test -&gt; build -&gt; deploy -&gt; health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Cloud deployment support:</a:t>
            </a:r>
          </a:p>
          <a:p>
            <a:pPr lvl="1">
              <a:spcAft>
                <a:spcPts val="400"/>
              </a:spcAft>
              <a:defRPr sz="1600"/>
            </a:pPr>
            <a:r>
              <a:t>AWS ECS (via deploy/deploy.sh deploy-aws)</a:t>
            </a:r>
          </a:p>
          <a:p>
            <a:pPr lvl="1">
              <a:spcAft>
                <a:spcPts val="400"/>
              </a:spcAft>
              <a:defRPr sz="1600"/>
            </a:pPr>
            <a:r>
              <a:t>Azure App Service (via deploy/deploy.sh deploy-azure)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Docker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Multi-stage Dockerfile: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Stage 1 (builder):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FROM node:18-alpine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COPY package*.json -&gt; npm ci --only=production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COPY src/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Stage 2 (production):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FROM node:18-alpine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Create non-root user (appuser:appgroup)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COPY from builder: node_modules, src, package.json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COPY healthcheck.js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EXPOSE 3000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HEALTHCHECK: node healthcheck.js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CMD: node src/main.js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Docker Compose: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ports: 3000:3000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restart: unless-stopped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urier New"/>
              </a:defRPr>
            </a:pPr>
            <a:r>
              <a:t>      resources: 128M memory, 0.5 CPU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Successful 1:1 conversion of all business logic</a:t>
            </a:r>
          </a:p>
          <a:p>
            <a:pPr>
              <a:spcAft>
                <a:spcPts val="400"/>
              </a:spcAft>
              <a:defRPr sz="1800"/>
            </a:pPr>
            <a:r>
              <a:t>100% test coverage of COBOL test plan cases</a:t>
            </a:r>
          </a:p>
          <a:p>
            <a:pPr>
              <a:spcAft>
                <a:spcPts val="400"/>
              </a:spcAft>
              <a:defRPr sz="1800"/>
            </a:pPr>
            <a:r>
              <a:t>3 source files: data.js, operations.js, main.js</a:t>
            </a:r>
          </a:p>
          <a:p>
            <a:pPr>
              <a:spcAft>
                <a:spcPts val="400"/>
              </a:spcAft>
              <a:defRPr sz="1800"/>
            </a:pPr>
            <a:r>
              <a:t>22 unit tests + 7 integration tests</a:t>
            </a:r>
          </a:p>
          <a:p>
            <a:pPr>
              <a:spcAft>
                <a:spcPts val="400"/>
              </a:spcAft>
              <a:defRPr sz="1800"/>
            </a:pPr>
            <a:r>
              <a:t>Fully automated deployment pipeline</a:t>
            </a:r>
          </a:p>
          <a:p>
            <a:pPr>
              <a:spcAft>
                <a:spcPts val="400"/>
              </a:spcAft>
              <a:defRPr sz="1800"/>
            </a:pPr>
            <a:r>
              <a:t>Docker-ready for cloud deployment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Modernization benefits achieved:</a:t>
            </a:r>
          </a:p>
          <a:p>
            <a:pPr lvl="1">
              <a:spcAft>
                <a:spcPts val="400"/>
              </a:spcAft>
              <a:defRPr sz="1600"/>
            </a:pPr>
            <a:r>
              <a:t>Testable: Jest with coverage reporting</a:t>
            </a:r>
          </a:p>
          <a:p>
            <a:pPr lvl="1">
              <a:spcAft>
                <a:spcPts val="400"/>
              </a:spcAft>
              <a:defRPr sz="1600"/>
            </a:pPr>
            <a:r>
              <a:t>Deployable: Docker + multi-env deploy script</a:t>
            </a:r>
          </a:p>
          <a:p>
            <a:pPr lvl="1">
              <a:spcAft>
                <a:spcPts val="400"/>
              </a:spcAft>
              <a:defRPr sz="1600"/>
            </a:pPr>
            <a:r>
              <a:t>Maintainable: Clean class-based architecture</a:t>
            </a:r>
          </a:p>
          <a:p>
            <a:pPr lvl="1">
              <a:spcAft>
                <a:spcPts val="400"/>
              </a:spcAft>
              <a:defRPr sz="1600"/>
            </a:pPr>
            <a:r>
              <a:t>Extensible: Ready for REST API, database, auth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1. Database persistence (PostgreSQL/MongoDB)</a:t>
            </a:r>
          </a:p>
          <a:p>
            <a:pPr lvl="1">
              <a:spcAft>
                <a:spcPts val="400"/>
              </a:spcAft>
              <a:defRPr sz="1600"/>
            </a:pPr>
            <a:r>
              <a:t>Replace in-memory DataStore with production DB</a:t>
            </a:r>
          </a:p>
          <a:p>
            <a:pPr>
              <a:spcAft>
                <a:spcPts val="400"/>
              </a:spcAft>
              <a:defRPr sz="1800"/>
            </a:pPr>
            <a:r>
              <a:t>2. REST API layer (Express.js)</a:t>
            </a:r>
          </a:p>
          <a:p>
            <a:pPr lvl="1">
              <a:spcAft>
                <a:spcPts val="400"/>
              </a:spcAft>
              <a:defRPr sz="1600"/>
            </a:pPr>
            <a:r>
              <a:t>Enable web and mobile clients</a:t>
            </a:r>
          </a:p>
          <a:p>
            <a:pPr>
              <a:spcAft>
                <a:spcPts val="400"/>
              </a:spcAft>
              <a:defRPr sz="1800"/>
            </a:pPr>
            <a:r>
              <a:t>3. Authentication (JWT tokens)</a:t>
            </a:r>
          </a:p>
          <a:p>
            <a:pPr lvl="1">
              <a:spcAft>
                <a:spcPts val="400"/>
              </a:spcAft>
              <a:defRPr sz="1600"/>
            </a:pPr>
            <a:r>
              <a:t>Secure multi-user access</a:t>
            </a:r>
          </a:p>
          <a:p>
            <a:pPr>
              <a:spcAft>
                <a:spcPts val="400"/>
              </a:spcAft>
              <a:defRPr sz="1800"/>
            </a:pPr>
            <a:r>
              <a:t>4. Transaction history and audit log</a:t>
            </a:r>
          </a:p>
          <a:p>
            <a:pPr lvl="1">
              <a:spcAft>
                <a:spcPts val="400"/>
              </a:spcAft>
              <a:defRPr sz="1600"/>
            </a:pPr>
            <a:r>
              <a:t>Compliance and traceability</a:t>
            </a:r>
          </a:p>
          <a:p>
            <a:pPr>
              <a:spcAft>
                <a:spcPts val="400"/>
              </a:spcAft>
              <a:defRPr sz="1800"/>
            </a:pPr>
            <a:r>
              <a:t>5. CI/CD with GitHub Actions</a:t>
            </a:r>
          </a:p>
          <a:p>
            <a:pPr lvl="1">
              <a:spcAft>
                <a:spcPts val="400"/>
              </a:spcAft>
              <a:defRPr sz="1600"/>
            </a:pPr>
            <a:r>
              <a:t>Automated testing and deployment on every push</a:t>
            </a:r>
          </a:p>
          <a:p>
            <a:pPr>
              <a:spcAft>
                <a:spcPts val="400"/>
              </a:spcAft>
              <a:defRPr sz="1800"/>
            </a:pPr>
            <a:r>
              <a:t>6. Monitoring and observability</a:t>
            </a:r>
          </a:p>
          <a:p>
            <a:pPr lvl="1">
              <a:spcAft>
                <a:spcPts val="400"/>
              </a:spcAft>
              <a:defRPr sz="1600"/>
            </a:pPr>
            <a:r>
              <a:t>Application metrics, log aggregation, alerting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 See PROCESS.md and MIGRATION.md for full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